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463040"/>
            <a:ext cx="5486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选题策划书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2026年2月刊 · 心血管介入与医疗器械领域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474720"/>
            <a:ext cx="694944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数据窗口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2026.01下旬—02.11  </a:t>
            </a:r>
            <a:pPr indent="0" marL="0">
              <a:buNone/>
            </a:pPr>
            <a:r>
              <a:rPr lang="en-US" sz="12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信息源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60个RSS · 1107篇资讯  </a:t>
            </a:r>
            <a:pPr indent="0" marL="0">
              <a:buNone/>
            </a:pPr>
            <a:r>
              <a:rPr lang="en-US" sz="1200" dirty="0">
                <a:solidFill>
                  <a:srgbClr val="8C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输出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10个单篇 + 2个系列专题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选题筛选法则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认知颠覆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664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挑战传统认知，揭示反直觉证据，打破思维定势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94560"/>
            <a:ext cx="73152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安全警示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5786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FDA召回、致死副作用、术中并发症——临床安全警钟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73152" cy="777240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4592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降维打击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First-in-human、全球首创、划时代技术的里程碑突破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23360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4592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切身利益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4074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指南变更、DRG/DIP定价影响、直接改变临床策略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TAVI做多了，反而死亡率升高？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认知颠覆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2019年批准低危TAVI后，45-74岁AS相关死亡率相对上升1.75%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技术普及 ≠ 结局改善，可能存在筛查不足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中度AS患者「等待」策略误区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TAVR试验参照——无症状AS早期干预争论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AS自然病程 · 中度AS等待观察风险 · 基层筛查缺失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TCTMD / Society of Thoracic Surgeons · 2026-02-10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FDA一类召回：强生弹簧圈致1死4重伤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安全警示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CEREPAK系列因脱落缺陷引发Class I召回，关联出血性/缺血性卒中风险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受影响型号：Uniform、Heliform、Freeform全系列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弹簧圈脱落率异常升高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神经介入术者需立即检查库存并启动应急预案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脱落机制（电解/机械）· 术中应急处理 · 替代产品选择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FDA / MedTech Dive · 2026-02-06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白天心梗为什么更致命？昼夜节律免疫密码被破解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认知颠覆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巨噬细胞昼夜节律差异导致白天炎症反应更强，心肌损伤更大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JAMA发表：日间心梗 vs 夜间心梗结局差异机制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巨噬细胞M1/M2极化存在时间依赖性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调控免疫生物钟可能减轻心梗损伤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BMAL1/CLOCK通路 · 时间药理学 · 临床转化可能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JAMA · 2026-02-06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中国启明医疗GeminiOne TEER叩门欧洲CE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2D9B8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降维打击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国产TEER挑战MitraClip霸权，GeminiOne正式申报欧洲CE认证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中国NMPA和美国FDA IDE均在同步推进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合作方HighLife SAS刚获CE批准（全球首个TMVR系统）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滑槽锁合机制的技术创新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TEER vs TMVR互补格局 · 中国结构性心脏病器械出海地图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MassDevice / PR Newswire · 2026-02-09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微创火鹰支架入选EHJ年度十大！1个月DAPT即可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切身利益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TARGET-FIRST：AMI后仅1个月DAPT，出血减少54%，缺血事件不增加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被EHJ评为2025年度十大介入心脏病学论文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靶向释药（Target Eluting）vs 传统药物涂层设计差异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高出血风险AMI患者的临床管理新选择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短DAPT适用人群选择 · 改变AMI术后用药方案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MicroPort / European Heart Journal · 2026-02-05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AI听诊器灵敏度翻倍！瓣膜病筛查或将被颠覆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2D9B8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降维打击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AI听诊器灵敏度92.3% vs 传统46.2%——一半瓣膜病患者可能被漏诊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65岁以上VHD患病率超50%，早期筛查意义重大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声学特征+深度学习的技术原理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分级诊疗中推广应用场景广阔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假阳性处理流程 · AI+基层设备改写筛查路径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ESC / EHJ - Digital Health · 2026-02-05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心梗后左主干PCI vs CABG——EXCEL试验再掘波澜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切身利益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PCI组自发性心梗率更高，合并糖尿病患者差距更大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Circulation最新分析挑战PCI作为左主干默认选择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围手术期MI vs 自发性MI预后差异显著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Team决策模型需优化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糖尿病对支架内进展的加速效应 · 策略选择影响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Circulation (AHA) · 2026-02-10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野火浓烟致17000例卒中——环境心血管危机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认知颠覆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野火PM2.5每增加1µg/m³，卒中风险升1.3%——普通PM2.5的近2倍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EHJ重磅：2500万老年人群全国队列证据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野火PM2.5成分特殊（多环芳烃、金属）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全球气候变化加剧野火频率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血管炎症/血栓通路激活 · 高危人群防护建议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ESC / European Heart Journal · 2026-01-27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TAVR后心脏结构并发症：VARC-3标准下真实世界数据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E6394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安全警示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VARC-3首次系统评估瓣环破裂、室间隔穿孔、冠脉阻塞等致命并发症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为TAVR适应证扩展到更年轻/低危患者提供安全预警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CT解剖预测因子（钙化模式、瓣环角度）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处理策略：嵌合手术、急诊CABG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VARC-3 CSC定义及组成 · 安全底线数据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Circ Interv (AHA) · 2026-02-05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1005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心梗后心源性休克上ECMO，时机到底怎么选？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777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认知颠覆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64008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核心看点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190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ECLS启动时机（术前22%、中26%、后52%）是影响疗效的关键因素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关键要点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否定「ECMO对心源性休克无效」的简单化结论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血运重建前启动ECMO可能获益最大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多学科Shock Team建设是关键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3017520" cy="1737360"/>
          </a:xfrm>
          <a:prstGeom prst="rect">
            <a:avLst/>
          </a:prstGeom>
          <a:solidFill>
            <a:srgbClr val="1E2761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468880"/>
            <a:ext cx="30175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深度解析方向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血流动力学恶化窗口 · ECMO上机前优化策略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Circ Interv (AHA) · 2026-02-04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系列专题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PFA脉冲场消融2026：三巨头混战与下一代技术突围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572768"/>
            <a:ext cx="109728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学术高度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5361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PFA四年长期数据出炉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Farapulse有效率72.8% vs 热消融64.3%，重复消融率10.4% vs 17.7%。Nature Medicine同步发表。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761488"/>
            <a:ext cx="1097280" cy="228600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临床实操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724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三大PFA平台正面交锋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Farapulse / Varipulse / Omnypulse数据对比——J&amp;J 12月先导数据、Abbott Volt进展、Argá BURST-AF 94%成功率。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50208"/>
            <a:ext cx="109728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50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产业观察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913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PFA市场格局洗牌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Argá纳秒级脉冲差异化、Abbott CE联合射频+PFA、中国竞品出海。2030年全球PFA市场$50亿+。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系列专题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左心耳封堵与房颤卒中防线重构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572768"/>
            <a:ext cx="109728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学术高度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15361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Abbott Amulet 360 VERITAS研究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400例34中心：45天完全闭合率93.9%，植入成功率99.8%。发表于JACC: Clinical Electrophysiology。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73152" cy="1005840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761488"/>
            <a:ext cx="1097280" cy="228600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61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临床实操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2724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LAA形态学的种族与性别差异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JAHA首次揭示LAA形态存在性别和种族差异，黑人和女性可能因解剖特征面临更高卒中风险。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840480"/>
            <a:ext cx="73152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950208"/>
            <a:ext cx="1097280" cy="2286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502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产业观察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3913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LAA封堵赛道扩容——一站式方案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AF-B-STEP重新定义适应证、PFA+LAA联合方案趋势、NOAC vs封堵71,683例Meta分析。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选题法则覆盖情况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53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认知颠覆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TAVI死亡率 · 白天心梗更致命 · 野火致卒中 · ECMO时机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29968"/>
            <a:ext cx="73152" cy="6217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安全警示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3500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J&amp;J弹簧圈召回 · TAVR结构并发症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2779776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79776"/>
            <a:ext cx="73152" cy="621792"/>
          </a:xfrm>
          <a:prstGeom prst="rect">
            <a:avLst/>
          </a:prstGeom>
          <a:solidFill>
            <a:srgbClr val="2D9B8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52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9B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降维打击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9981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启明TEER出海 · AI听诊器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529584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529584"/>
            <a:ext cx="73152" cy="6217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💊 切身利益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84962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火鹰1月DAPT · 左主干PCI vs CABG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768096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279392"/>
            <a:ext cx="73152" cy="6217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352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系列专题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5994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PFA三巨头混战  ·  B: LAA封堵新纪元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所有选题均附有真实可验证的互联网来源链接，来自 ESC、AHA、JAMA、Circulation、MassDevice 等权威医学媒体与期刊。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选题策划书 2026年2月刊</dc:title>
  <dc:subject>PptxGenJS Presentation</dc:subject>
  <dc:creator>心血管介入资讯</dc:creator>
  <cp:lastModifiedBy>心血管介入资讯</cp:lastModifiedBy>
  <cp:revision>1</cp:revision>
  <dcterms:created xsi:type="dcterms:W3CDTF">2026-02-11T14:41:02Z</dcterms:created>
  <dcterms:modified xsi:type="dcterms:W3CDTF">2026-02-11T14:41:02Z</dcterms:modified>
</cp:coreProperties>
</file>